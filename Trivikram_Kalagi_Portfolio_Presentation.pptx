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vikramkalagi91-commits/" TargetMode="External"/><Relationship Id="rId3" Type="http://schemas.openxmlformats.org/officeDocument/2006/relationships/hyperlink" Target="https://leetcode.com/u/Trivikram17/" TargetMode="External"/><Relationship Id="rId4" Type="http://schemas.openxmlformats.org/officeDocument/2006/relationships/hyperlink" Target="https://www.hackerrank.com/profile/trivikramkalagi1" TargetMode="External"/><Relationship Id="rId5" Type="http://schemas.openxmlformats.org/officeDocument/2006/relationships/hyperlink" Target="https://www.linkedin.com/in/trivikram-kalagi-571289371/" TargetMode="External"/><Relationship Id="rId6" Type="http://schemas.openxmlformats.org/officeDocument/2006/relationships/hyperlink" Target="https://www.instagram.com/trivikram_ai/" TargetMode="External"/><Relationship Id="rId7" Type="http://schemas.openxmlformats.org/officeDocument/2006/relationships/hyperlink" Target="https://my-portfolio-tvk3.vercel.app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etcode.com/u/Trivikram17/" TargetMode="External"/><Relationship Id="rId3" Type="http://schemas.openxmlformats.org/officeDocument/2006/relationships/hyperlink" Target="https://github.com/trivikramkalagi91-commits/leetcode-solutions" TargetMode="External"/><Relationship Id="rId4" Type="http://schemas.openxmlformats.org/officeDocument/2006/relationships/hyperlink" Target="https://www.hackerrank.com/profile/trivikramkalagi1" TargetMode="External"/><Relationship Id="rId5" Type="http://schemas.openxmlformats.org/officeDocument/2006/relationships/hyperlink" Target="https://github.com/trivikramkalagi91-commits/HackerRank-3rdSem-Portfoli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linkedin.com/in/trivikram-kalagi-571289371/" TargetMode="External"/><Relationship Id="rId3" Type="http://schemas.openxmlformats.org/officeDocument/2006/relationships/hyperlink" Target="https://www.instagram.com/trivikram_ai/" TargetMode="External"/><Relationship Id="rId4" Type="http://schemas.openxmlformats.org/officeDocument/2006/relationships/hyperlink" Target="https://my-portfolio-tvk3.vercel.app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vikramkalagi91-commits/SIDDHI" TargetMode="External"/><Relationship Id="rId3" Type="http://schemas.openxmlformats.org/officeDocument/2006/relationships/hyperlink" Target="https://github.com/trivikramkalagi91-commits/MediExpiry" TargetMode="External"/><Relationship Id="rId4" Type="http://schemas.openxmlformats.org/officeDocument/2006/relationships/hyperlink" Target="https://github.com/trivikramkalagi91-commits/Kisan_Platfor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vikramkalagi91-commits/Litigo" TargetMode="External"/><Relationship Id="rId3" Type="http://schemas.openxmlformats.org/officeDocument/2006/relationships/hyperlink" Target="https://litigo-ai.vercel.app" TargetMode="External"/><Relationship Id="rId4" Type="http://schemas.openxmlformats.org/officeDocument/2006/relationships/hyperlink" Target="https://app.hidevs.xyz/hackathons/yc-fall-2026-moss-zero-latency-builder-sprin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vikramkalagi91-commit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.hidevs.xyz/hackathons/yc-fall-2026-moss-zero-latency-builder-sprin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vikramkalagi91-commits/" TargetMode="External"/><Relationship Id="rId3" Type="http://schemas.openxmlformats.org/officeDocument/2006/relationships/hyperlink" Target="https://leetcode.com/u/Trivikram17/" TargetMode="External"/><Relationship Id="rId4" Type="http://schemas.openxmlformats.org/officeDocument/2006/relationships/hyperlink" Target="https://www.hackerrank.com/profile/trivikramkalagi1" TargetMode="External"/><Relationship Id="rId5" Type="http://schemas.openxmlformats.org/officeDocument/2006/relationships/hyperlink" Target="https://www.linkedin.com/in/trivikram-kalagi-571289371/" TargetMode="External"/><Relationship Id="rId6" Type="http://schemas.openxmlformats.org/officeDocument/2006/relationships/hyperlink" Target="https://www.instagram.com/trivikram_ai/" TargetMode="External"/><Relationship Id="rId7" Type="http://schemas.openxmlformats.org/officeDocument/2006/relationships/hyperlink" Target="https://my-portfolio-tvk3.vercel.app/" TargetMode="External"/><Relationship Id="rId8" Type="http://schemas.openxmlformats.org/officeDocument/2006/relationships/hyperlink" Target="https://github.com/trivikramkalagi91-commits/Litigo" TargetMode="External"/><Relationship Id="rId9" Type="http://schemas.openxmlformats.org/officeDocument/2006/relationships/hyperlink" Target="https://litigo-ai.vercel.app" TargetMode="External"/><Relationship Id="rId10" Type="http://schemas.openxmlformats.org/officeDocument/2006/relationships/hyperlink" Target="https://app.hidevs.xyz/hackathons/yc-fall-2026-moss-zero-latency-builder-sprint" TargetMode="External"/><Relationship Id="rId11" Type="http://schemas.openxmlformats.org/officeDocument/2006/relationships/hyperlink" Target="https://github.com/trivikramkalagi91-commits/HackerRank-3rdSem-Portfolio" TargetMode="External"/><Relationship Id="rId12" Type="http://schemas.openxmlformats.org/officeDocument/2006/relationships/hyperlink" Target="https://github.com/trivikramkalagi91-commits/leetcode-solutions" TargetMode="External"/><Relationship Id="rId13" Type="http://schemas.openxmlformats.org/officeDocument/2006/relationships/hyperlink" Target="https://github.com/trivikramkalagi91-commits/My_Portfoli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FF28"/>
                </a:solidFill>
                <a:latin typeface="Aptos"/>
              </a:rPr>
              <a:t>PORTFOLIO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5F5F5"/>
                </a:solidFill>
                <a:latin typeface="Aptos"/>
              </a:rPr>
              <a:t>TRIVIKRAM
KALAGI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5A5AA"/>
                </a:solidFill>
                <a:latin typeface="Aptos"/>
              </a:rPr>
              <a:t>B.Tech Computer Science &amp; Information Technology
REVA University  •  Semester 3  •  SRN R25EJ164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A0C"/>
                </a:solidFill>
                <a:latin typeface="Aptos"/>
              </a:rPr>
              <a:t>AI / SOFTWARE / DSA /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3108960" cy="347472"/>
          </a:xfrm>
          <a:prstGeom prst="rect">
            <a:avLst/>
          </a:prstGeom>
          <a:solidFill>
            <a:srgbClr val="BEF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9776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A0C"/>
                </a:solidFill>
                <a:latin typeface="Aptos"/>
              </a:rPr>
              <a:t>AI / SOFTWARE / DSA / BUILDING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914400"/>
            <a:ext cx="3154680" cy="438912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325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832"/>
                </a:solidFill>
                <a:latin typeface="Aptos"/>
              </a:rPr>
              <a:t>LATEST HIGHLIGHT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828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3rd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5146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YC Fall 2026 × Moss
The Zero-Latency Builder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657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EFF28"/>
                </a:solidFill>
                <a:latin typeface="Aptos"/>
              </a:rPr>
              <a:t>Litigo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251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5A5AA"/>
                </a:solidFill>
                <a:latin typeface="Aptos"/>
              </a:rPr>
              <a:t>₹9,500 prize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091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A5AA"/>
                </a:solidFill>
                <a:latin typeface="Aptos"/>
              </a:rPr>
              <a:t>Team Leader • Core Backend /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01 •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Who I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A concise snapshot of my current portfolio and public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480060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CURRENT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Building practical software and AI-oriented projects while strengthening DSA, Python and problem-solving foundations.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B.Tech CSIT at REVA University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Open-source contributor through GSSoC 2026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Hackathon-driven project building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Placement-focused DSA practice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057400"/>
            <a:ext cx="589788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REQUIRED PUBLIC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803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80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Open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593591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LeetCode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59359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Open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306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HackerRank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306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Open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8803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8803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5"/>
              </a:rPr>
              <a:t>Open 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593591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Instagram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59359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6"/>
              </a:rPr>
              <a:t>Open 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306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3068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7"/>
              </a:rPr>
              <a:t>Open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02 • COURSE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From setup to public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The activities progressed from tools and version control to coding practice and public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2487168" cy="324612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EFF28"/>
                </a:solidFill>
                <a:latin typeface="Aptos"/>
              </a:rPr>
              <a:t>ACT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VS Code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Configured and verified the local development environment.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2148840"/>
            <a:ext cx="2487168" cy="324612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D2FF"/>
                </a:solidFill>
                <a:latin typeface="Aptos"/>
              </a:rPr>
              <a:t>ACT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Git &amp;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36576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Learned commit / pull / push workflow and published repositories.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48840"/>
            <a:ext cx="2487168" cy="324612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832"/>
                </a:solidFill>
                <a:latin typeface="Aptos"/>
              </a:rPr>
              <a:t>ACT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GitLens &amp; Live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Used collaboration tools, commit history and blame for pair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19" y="2148840"/>
            <a:ext cx="2487168" cy="324612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EFF28"/>
                </a:solidFill>
                <a:latin typeface="Aptos"/>
              </a:rPr>
              <a:t>ACT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926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LeetCode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657600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Maintained a documented solutions repository and progress tracking.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Outcome: a public, linkable technical footprint rather than isolated classroom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03 • CODING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DSA practice: LeetCode + HackerRank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Documented solutions, accepted submissions and public repositories.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34924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EFF28"/>
                </a:solidFill>
                <a:latin typeface="Aptos"/>
              </a:rPr>
              <a:t>LEETCODE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9 problems documented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4480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Two Sum, Reverse String, Valid Anagram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Best Time to Buy and Sell Stock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Longest Common Prefix, Binary Search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Move Zeroes, Valid Parentheses, Reverse Linked List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C++ solutions with local tests and complexity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LeetCode profile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5074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Solutions repo 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539496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</a:rPr>
              <a:t>HACKERRANK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5 accepted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01568"/>
            <a:ext cx="4480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Diagonal Difference — 10/10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Dynamic Array — 15/15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Time Conversion — 15/15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Compare the Triplets — 10/10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Sparse Arrays — 25/25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Problem Solving + C++ 3-Star badges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138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HackerRank profile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138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5"/>
              </a:rPr>
              <a:t>Activity repo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04 • PUBLIC PRESENCE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LinkedIn, Instagram &amp;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Technical activity turned into a public-facing professional identity.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Profile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Headline aligned to ML / GenAI direction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About focused on proof of work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Projects, experience and education organized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Open 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450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0D2FF"/>
                </a:solidFill>
                <a:latin typeface="Aptos"/>
              </a:rPr>
              <a:t>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Developer branding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5204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Tech-focused @trivikram_ai profile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Published coding/project content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Created the 'Dev Journey' highlight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Open 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450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832"/>
                </a:solidFill>
                <a:latin typeface="Aptos"/>
              </a:rPr>
              <a:t>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880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Personal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52044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About, Projects, Skills and Contact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GitHub-linked project showcase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Neo-brutalist visual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Open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05 •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Selected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Public projects documented through the portfolio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EFF28"/>
                </a:solidFill>
                <a:latin typeface="Aptos"/>
              </a:rPr>
              <a:t>SIDDHI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AI-powered situational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Crime-analytics / hotspot investigation project for Karnataka State Police.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GitHub 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468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D2FF"/>
                </a:solidFill>
                <a:latin typeface="Aptos"/>
              </a:rPr>
              <a:t>MediExpiry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063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Medicine-expiry alert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Healthcare-oriented project deployed on Vercel.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GitHub 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148840"/>
            <a:ext cx="3401568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468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832"/>
                </a:solidFill>
                <a:latin typeface="Aptos"/>
              </a:rPr>
              <a:t>Kisan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063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Agri-tech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886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Hackathon project documented as a 3rd-prize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GitHub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06 • FLAGSHIP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Litigo — the latest major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Privacy-first AI policy and compliance engine developed for the YC Fall 2026 × Moss sprint.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6903720" cy="379476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832"/>
                </a:solidFill>
                <a:latin typeface="Aptos"/>
              </a:rPr>
              <a:t>3RD PLACE  •  ₹9,500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"/>
              </a:rPr>
              <a:t>Zero-Latency AI Rule Enforcer &amp; Local Truth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9300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FF28"/>
                </a:solidFill>
                <a:latin typeface="Aptos"/>
              </a:rPr>
              <a:t>Role: Team Leader — Core Backend /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5897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5A5AA"/>
                </a:solidFill>
                <a:latin typeface="Aptos"/>
              </a:rPr>
              <a:t>Litigo runs locally in the browser using WebAssembly, applies user-defined AI rules in real time, highlights violations and provides a live compliance score without sending user data to an external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Track 4 — Agent Reliability, Security &amp; 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057400"/>
            <a:ext cx="3840480" cy="379476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GitHub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493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Live Demo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0599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Hackathon Event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709160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5A5AA"/>
                </a:solidFill>
                <a:latin typeface="Aptos"/>
              </a:rPr>
              <a:t>Certificate / proof is included in the course submission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07 • 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Contribution &amp; community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Public technical activity beyond individual projects.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5303520" cy="356616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GIRLSCRIPT SUMMER OF CODE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Completed open-source pathway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Merged pull-request experience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Public GitHub contribution history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Practical Git/GitHub workflow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GitHub profile 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48840"/>
            <a:ext cx="5440680" cy="356616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0D2FF"/>
                </a:solidFill>
                <a:latin typeface="Aptos"/>
              </a:rPr>
              <a:t>GITHUB CAMPUS EXPERTS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Forward-looking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65760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Community leadership development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Technical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Consistent public engineering evidence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Aptos"/>
              </a:defRPr>
            </a:pPr>
            <a:r>
              <a:t>• Build on GSSoC + AiFi + project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08 •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From preparation to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Activity 14 documents the problem-selection process and the final Litigo outcome.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65760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IDEA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Universal AI Policy Guardrail — High / High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Local AI Truth &amp; Compliance Layer — Medium-High / High</a:t>
            </a:r>
          </a:p>
          <a:p>
            <a:pPr>
              <a:spcAft>
                <a:spcPts val="600"/>
              </a:spcAft>
              <a:defRPr sz="1300">
                <a:solidFill>
                  <a:srgbClr val="F5F5F5"/>
                </a:solidFill>
                <a:latin typeface="Aptos"/>
              </a:defRPr>
            </a:pPr>
            <a:r>
              <a:t>• Real-Time AI Voice Safety Evaluator — Medium /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Selected: Universal AI Policy Guardrail → Litigo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148840"/>
            <a:ext cx="320040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487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0D2FF"/>
                </a:solidFill>
                <a:latin typeface="Aptos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Trivikram Kalagi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Team Leader
Core Backend /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Suhas Hannamannavar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Frontend &amp;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148840"/>
            <a:ext cx="3611880" cy="361188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832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"/>
              </a:rPr>
              <a:t>3rd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611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EFF28"/>
                </a:solidFill>
                <a:latin typeface="Aptos"/>
              </a:rPr>
              <a:t>₹9,500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2519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5A5AA"/>
                </a:solidFill>
                <a:latin typeface="Aptos"/>
              </a:rPr>
              <a:t>YC Fall 2026 × Moss
The Zero-Latency Builder Sprint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Event page 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FF28"/>
                </a:solidFill>
                <a:latin typeface="Aptos"/>
              </a:rPr>
              <a:t>09 • LINK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"/>
              </a:rPr>
              <a:t>Everything the evaluator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A5AA"/>
                </a:solidFill>
                <a:latin typeface="Aptos"/>
              </a:rPr>
              <a:t>Clickable public links for the portfolio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0972800" cy="18288"/>
          </a:xfrm>
          <a:prstGeom prst="rect">
            <a:avLst/>
          </a:prstGeom>
          <a:solidFill>
            <a:srgbClr val="373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10972800" cy="3886200"/>
          </a:xfrm>
          <a:prstGeom prst="rect">
            <a:avLst/>
          </a:prstGeom>
          <a:solidFill>
            <a:srgbClr val="141418"/>
          </a:solidFill>
          <a:ln>
            <a:solidFill>
              <a:srgbClr val="373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2"/>
              </a:rPr>
              <a:t>Open 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LeetCode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3"/>
              </a:rPr>
              <a:t>Open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14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HackerRank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514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4"/>
              </a:rPr>
              <a:t>Open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5"/>
              </a:rPr>
              <a:t>Open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73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Instagram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6"/>
              </a:rPr>
              <a:t>Open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2735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Personal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32735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7"/>
              </a:rPr>
              <a:t>Open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32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Litigo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0325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8"/>
              </a:rPr>
              <a:t>Open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032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Litigo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325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9"/>
              </a:rPr>
              <a:t>Open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032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Hackathon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0325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10"/>
              </a:rPr>
              <a:t>Open 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91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HackerRank Activity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791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11"/>
              </a:rPr>
              <a:t>Open 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91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LeetCode Solutions 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91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12"/>
              </a:rPr>
              <a:t>Open 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7914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Portfolio Source 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791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D2FF"/>
                </a:solidFill>
                <a:latin typeface="Aptos"/>
                <a:hlinkClick r:id="rId13"/>
              </a:rPr>
              <a:t>Open 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Thank you  •  Trivikram Kalagi  •  R25EJ164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5A5AA"/>
                </a:solidFill>
                <a:latin typeface="Aptos"/>
              </a:rPr>
              <a:t>TRIVIKRAM KALAGI  •  R25EJ164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5A5A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Presentation — Trivikram Kalagi</dc:title>
  <dc:subject/>
  <dc:creator>Trivikram Kalagi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